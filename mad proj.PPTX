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80" r:id="rId2"/>
    <p:sldId id="366" r:id="rId3"/>
    <p:sldId id="380" r:id="rId4"/>
    <p:sldId id="383" r:id="rId5"/>
    <p:sldId id="384" r:id="rId6"/>
    <p:sldId id="385" r:id="rId7"/>
    <p:sldId id="386" r:id="rId8"/>
    <p:sldId id="387" r:id="rId9"/>
    <p:sldId id="388" r:id="rId10"/>
    <p:sldId id="391" r:id="rId11"/>
    <p:sldId id="393" r:id="rId12"/>
    <p:sldId id="394" r:id="rId13"/>
    <p:sldId id="395" r:id="rId14"/>
    <p:sldId id="397" r:id="rId15"/>
    <p:sldId id="399" r:id="rId16"/>
    <p:sldId id="28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6" autoAdjust="0"/>
    <p:restoredTop sz="94340" autoAdjust="0"/>
  </p:normalViewPr>
  <p:slideViewPr>
    <p:cSldViewPr>
      <p:cViewPr varScale="1">
        <p:scale>
          <a:sx n="112" d="100"/>
          <a:sy n="112" d="100"/>
        </p:scale>
        <p:origin x="1824" y="1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5/13/25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5/13/25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72516" y="986564"/>
            <a:ext cx="9216516" cy="5908695"/>
            <a:chOff x="-72516" y="986564"/>
            <a:chExt cx="9216516" cy="5908695"/>
          </a:xfrm>
        </p:grpSpPr>
        <p:sp>
          <p:nvSpPr>
            <p:cNvPr id="22" name="TextBox 21"/>
            <p:cNvSpPr txBox="1"/>
            <p:nvPr/>
          </p:nvSpPr>
          <p:spPr>
            <a:xfrm>
              <a:off x="202174" y="4833156"/>
              <a:ext cx="6518455" cy="2062103"/>
            </a:xfrm>
            <a:prstGeom prst="rect">
              <a:avLst/>
            </a:prstGeom>
            <a:noFill/>
          </p:spPr>
          <p:txBody>
            <a:bodyPr wrap="square" rtlCol="0">
              <a:spAutoFit/>
            </a:bodyPr>
            <a:lstStyle/>
            <a:p>
              <a:r>
                <a:rPr lang="en-US" sz="1600" b="1" dirty="0"/>
                <a:t>220701198</a:t>
              </a:r>
            </a:p>
            <a:p>
              <a:r>
                <a:rPr lang="en-US" sz="1600" b="1" dirty="0"/>
                <a:t>Prarthana  K</a:t>
              </a:r>
            </a:p>
            <a:p>
              <a:r>
                <a:rPr lang="en-IN" sz="1600" b="1" dirty="0">
                  <a:solidFill>
                    <a:srgbClr val="000000"/>
                  </a:solidFill>
                  <a:effectLst/>
                  <a:latin typeface="Times New Roman" panose="02020603050405020304" pitchFamily="18" charset="0"/>
                </a:rPr>
                <a:t>Mr. Bhuvaneswaran B, M.E.</a:t>
              </a:r>
              <a:endParaRPr lang="en-IN" sz="1600" dirty="0">
                <a:solidFill>
                  <a:srgbClr val="000000"/>
                </a:solidFill>
                <a:effectLst/>
                <a:latin typeface="Times New Roman" panose="02020603050405020304" pitchFamily="18" charset="0"/>
              </a:endParaRPr>
            </a:p>
            <a:p>
              <a:pPr>
                <a:buNone/>
              </a:pPr>
              <a:r>
                <a:rPr lang="en-IN" sz="1600" dirty="0">
                  <a:solidFill>
                    <a:srgbClr val="000000"/>
                  </a:solidFill>
                  <a:effectLst/>
                  <a:latin typeface="Times New Roman" panose="02020603050405020304" pitchFamily="18" charset="0"/>
                </a:rPr>
                <a:t>Supervisor</a:t>
              </a:r>
            </a:p>
            <a:p>
              <a:pPr>
                <a:buNone/>
              </a:pPr>
              <a:r>
                <a:rPr lang="en-IN" sz="1600" dirty="0">
                  <a:solidFill>
                    <a:srgbClr val="000000"/>
                  </a:solidFill>
                  <a:effectLst/>
                  <a:latin typeface="Times New Roman" panose="02020603050405020304" pitchFamily="18" charset="0"/>
                </a:rPr>
                <a:t>Assistant Professor</a:t>
              </a:r>
            </a:p>
            <a:p>
              <a:pPr>
                <a:buNone/>
              </a:pPr>
              <a:r>
                <a:rPr lang="en-IN" sz="1600" dirty="0">
                  <a:solidFill>
                    <a:srgbClr val="000000"/>
                  </a:solidFill>
                  <a:effectLst/>
                  <a:latin typeface="Times New Roman" panose="02020603050405020304" pitchFamily="18" charset="0"/>
                </a:rPr>
                <a:t>Department of Computer Science and Engineering</a:t>
              </a:r>
            </a:p>
            <a:p>
              <a:r>
                <a:rPr lang="en-IN" sz="1600" dirty="0">
                  <a:solidFill>
                    <a:srgbClr val="0C0C14"/>
                  </a:solidFill>
                  <a:effectLst/>
                  <a:latin typeface="Times New Roman" panose="02020603050405020304" pitchFamily="18" charset="0"/>
                </a:rPr>
                <a:t>Rajalakshmi Engineering College</a:t>
              </a:r>
            </a:p>
            <a:p>
              <a:endParaRPr lang="en-US" sz="1600" b="1" dirty="0"/>
            </a:p>
          </p:txBody>
        </p:sp>
        <p:grpSp>
          <p:nvGrpSpPr>
            <p:cNvPr id="43" name="Group 42"/>
            <p:cNvGrpSpPr/>
            <p:nvPr/>
          </p:nvGrpSpPr>
          <p:grpSpPr>
            <a:xfrm>
              <a:off x="-72516" y="986564"/>
              <a:ext cx="9216516" cy="3628907"/>
              <a:chOff x="-72516" y="986564"/>
              <a:chExt cx="9216516"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72516" y="986564"/>
                <a:ext cx="4072741" cy="1075928"/>
                <a:chOff x="-95346" y="1011603"/>
                <a:chExt cx="5354902"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95346" y="1134069"/>
                  <a:ext cx="5017223" cy="830997"/>
                </a:xfrm>
                <a:prstGeom prst="rect">
                  <a:avLst/>
                </a:prstGeom>
                <a:noFill/>
              </p:spPr>
              <p:txBody>
                <a:bodyPr wrap="square" rtlCol="0" anchor="ctr">
                  <a:spAutoFit/>
                </a:bodyPr>
                <a:lstStyle/>
                <a:p>
                  <a:pPr algn="ctr"/>
                  <a:r>
                    <a:rPr lang="en-US" sz="2400" b="1" dirty="0">
                      <a:solidFill>
                        <a:schemeClr val="bg1"/>
                      </a:solidFill>
                      <a:ea typeface="Open Sans Light" panose="020B0306030504020204" pitchFamily="34" charset="0"/>
                      <a:cs typeface="Open Sans Light" panose="020B0306030504020204" pitchFamily="34" charset="0"/>
                    </a:rPr>
                    <a:t>Mobile Application Development Laboratory</a:t>
                  </a:r>
                </a:p>
              </p:txBody>
            </p:sp>
          </p:grpSp>
          <p:sp>
            <p:nvSpPr>
              <p:cNvPr id="48" name="TextBox 47"/>
              <p:cNvSpPr txBox="1"/>
              <p:nvPr/>
            </p:nvSpPr>
            <p:spPr>
              <a:xfrm>
                <a:off x="220032" y="2554489"/>
                <a:ext cx="4188156" cy="1446550"/>
              </a:xfrm>
              <a:prstGeom prst="rect">
                <a:avLst/>
              </a:prstGeom>
              <a:noFill/>
            </p:spPr>
            <p:txBody>
              <a:bodyPr wrap="square" rtlCol="0">
                <a:spAutoFit/>
              </a:bodyPr>
              <a:lstStyle/>
              <a:p>
                <a:r>
                  <a:rPr lang="en-US" sz="4400" b="1" dirty="0">
                    <a:solidFill>
                      <a:schemeClr val="bg1"/>
                    </a:solidFill>
                    <a:ea typeface="Open Sans Bold" panose="020B0806030504020204" pitchFamily="34" charset="0"/>
                    <a:cs typeface="Open Sans Bold" panose="020B0806030504020204" pitchFamily="34" charset="0"/>
                  </a:rPr>
                  <a:t>HOTEL BOOKING APP</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803813"/>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IN" dirty="0"/>
              <a:t>The "Smart Stay" Hotel Booking Application is a user-friendly mobile solution designed to simplify hotel booking for </a:t>
            </a:r>
            <a:r>
              <a:rPr lang="en-IN" dirty="0" err="1"/>
              <a:t>travelers</a:t>
            </a:r>
            <a:r>
              <a:rPr lang="en-IN" dirty="0"/>
              <a:t>. Developed using Android Studio and Kotlin, the app leverages Google Maps API to help users discover hotels near their current or specified location. It offers real-time room availability, secure booking, and detailed hotel information, including pricing, ratings, and amenities. Smart Stay integrates Android Jetpack components such as Live Data, View Model, and Room Database, following the MVVM architecture for clean code and scalability. With a sleek, Material Design-based UI, the app provides an intuitive and seamless experience, making hotel bookings quick, efficient, and hassle-free for users on the go.</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lnSpcReduction="10000"/>
          </a:bodyPr>
          <a:lstStyle/>
          <a:p>
            <a:pPr>
              <a:buNone/>
            </a:pPr>
            <a:r>
              <a:rPr lang="en-IN" dirty="0"/>
              <a:t>In today’s fast-paced travel world, booking a hotel quickly and easily is essential. Travelers often face challenges such as:</a:t>
            </a:r>
          </a:p>
          <a:p>
            <a:pPr>
              <a:buFont typeface="+mj-lt"/>
              <a:buAutoNum type="arabicPeriod"/>
            </a:pPr>
            <a:r>
              <a:rPr lang="en-IN" b="1" dirty="0"/>
              <a:t>Time Constraints:</a:t>
            </a:r>
            <a:r>
              <a:rPr lang="en-IN" dirty="0"/>
              <a:t> Finding a suitable hotel can be time-consuming when using multiple websites or apps.</a:t>
            </a:r>
          </a:p>
          <a:p>
            <a:pPr>
              <a:buFont typeface="+mj-lt"/>
              <a:buAutoNum type="arabicPeriod"/>
            </a:pPr>
            <a:r>
              <a:rPr lang="en-IN" b="1" dirty="0"/>
              <a:t>Location-based Search:</a:t>
            </a:r>
            <a:r>
              <a:rPr lang="en-IN" dirty="0"/>
              <a:t> Travelers need to discover hotels near their current or desired location, which is often not easy.</a:t>
            </a:r>
          </a:p>
          <a:p>
            <a:pPr>
              <a:buFont typeface="+mj-lt"/>
              <a:buAutoNum type="arabicPeriod"/>
            </a:pPr>
            <a:r>
              <a:rPr lang="en-IN" b="1" dirty="0"/>
              <a:t>Real-time Availability:</a:t>
            </a:r>
            <a:r>
              <a:rPr lang="en-IN" dirty="0"/>
              <a:t> It’s frustrating to find a hotel only to realize that rooms are unavailable.</a:t>
            </a:r>
          </a:p>
          <a:p>
            <a:pPr>
              <a:buFont typeface="+mj-lt"/>
              <a:buAutoNum type="arabicPeriod"/>
            </a:pPr>
            <a:r>
              <a:rPr lang="en-IN" b="1" dirty="0"/>
              <a:t>Trustworthy Information:</a:t>
            </a:r>
            <a:r>
              <a:rPr lang="en-IN" dirty="0"/>
              <a:t> Travelers need accurate details about pricing, ratings, and amenities before making a decision.</a:t>
            </a:r>
          </a:p>
          <a:p>
            <a:pPr>
              <a:buFont typeface="+mj-lt"/>
              <a:buAutoNum type="arabicPeriod"/>
            </a:pPr>
            <a:r>
              <a:rPr lang="en-IN" b="1" dirty="0"/>
              <a:t>Efficient Booking Process:</a:t>
            </a:r>
            <a:r>
              <a:rPr lang="en-IN" dirty="0"/>
              <a:t> Manual bookings or complex interfaces make the process slow and cumbersome.</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pPr>
              <a:buNone/>
            </a:pPr>
            <a:r>
              <a:rPr lang="en-IN" b="1" dirty="0"/>
              <a:t>Real-Time Room Availability:</a:t>
            </a:r>
            <a:r>
              <a:rPr lang="en-IN" dirty="0"/>
              <a:t> Shows up-to-date room availability, saving users from the frustration of booking unavailable rooms.</a:t>
            </a:r>
          </a:p>
          <a:p>
            <a:pPr>
              <a:buNone/>
            </a:pPr>
            <a:r>
              <a:rPr lang="en-IN" b="1" dirty="0"/>
              <a:t>Quick and Easy Booking:</a:t>
            </a:r>
            <a:r>
              <a:rPr lang="en-IN" dirty="0"/>
              <a:t> Allows users to book rooms in just a few taps with a secure and streamlined process.</a:t>
            </a:r>
          </a:p>
          <a:p>
            <a:pPr>
              <a:buNone/>
            </a:pPr>
            <a:r>
              <a:rPr lang="en-IN" b="1" dirty="0"/>
              <a:t>Detailed Hotel Information:</a:t>
            </a:r>
            <a:r>
              <a:rPr lang="en-IN" dirty="0"/>
              <a:t> Provides pricing, ratings, photos, and available amenities to help users make informed decisions.</a:t>
            </a:r>
          </a:p>
          <a:p>
            <a:pPr marL="0" indent="0">
              <a:buNone/>
            </a:pPr>
            <a:r>
              <a:rPr lang="en-IN" b="1" dirty="0"/>
              <a:t>User-Friendly Interface:</a:t>
            </a:r>
            <a:r>
              <a:rPr lang="en-IN" dirty="0"/>
              <a:t> Sleek, Material Design-based UI offers a smooth and intuitive experience for all types of users</a:t>
            </a: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IN" dirty="0"/>
              <a:t>Several mobile applications currently exist for hotel discovery and booking, such as "OYO," "</a:t>
            </a:r>
            <a:r>
              <a:rPr lang="en-IN" dirty="0" err="1"/>
              <a:t>Booking.com</a:t>
            </a:r>
            <a:r>
              <a:rPr lang="en-IN" dirty="0"/>
              <a:t>," and "Trivago." These platforms help users find accommodations, compare prices, and reserve rooms. However, many of them face: </a:t>
            </a:r>
          </a:p>
          <a:p>
            <a:pPr marL="0" indent="0">
              <a:buNone/>
            </a:pPr>
            <a:r>
              <a:rPr lang="en-IN" dirty="0"/>
              <a:t>• Complex interfaces and overwhelming options for casual or first-time users. </a:t>
            </a:r>
          </a:p>
          <a:p>
            <a:pPr marL="0" indent="0">
              <a:buNone/>
            </a:pPr>
            <a:r>
              <a:rPr lang="en-IN" dirty="0"/>
              <a:t>• Frequent advertisements and hidden premium features that interrupt user flow. </a:t>
            </a:r>
          </a:p>
          <a:p>
            <a:pPr marL="0" indent="0">
              <a:buNone/>
            </a:pPr>
            <a:r>
              <a:rPr lang="en-IN" dirty="0"/>
              <a:t>• Mandatory sign-ins and constant internet connectivity requirements. </a:t>
            </a:r>
          </a:p>
          <a:p>
            <a:pPr marL="0" indent="0">
              <a:buNone/>
            </a:pPr>
            <a:r>
              <a:rPr lang="en-IN" dirty="0"/>
              <a:t>• Cluttered layouts and inconsistent information about hotel amenities or availability</a:t>
            </a:r>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marL="0" indent="0">
              <a:buNone/>
            </a:pPr>
            <a:r>
              <a:rPr lang="en-IN" dirty="0"/>
              <a:t>• To develop a mobile application that helps users efficiently discover and book hotels near their current or specified location. </a:t>
            </a:r>
          </a:p>
          <a:p>
            <a:pPr marL="0" indent="0">
              <a:buNone/>
            </a:pPr>
            <a:r>
              <a:rPr lang="en-IN" dirty="0"/>
              <a:t>• To provide a simple and intuitive interface for browsing hotel listings, viewing details, and making reservations. </a:t>
            </a:r>
          </a:p>
          <a:p>
            <a:pPr marL="0" indent="0">
              <a:buNone/>
            </a:pPr>
            <a:r>
              <a:rPr lang="en-IN" dirty="0"/>
              <a:t>• To implement reliable local storage using Room Database for offline access to user preferences and booking history. </a:t>
            </a:r>
          </a:p>
          <a:p>
            <a:pPr marL="0" indent="0">
              <a:buNone/>
            </a:pPr>
            <a:r>
              <a:rPr lang="en-IN" dirty="0"/>
              <a:t>• To enhance travel convenience by offering location-based hotel suggestions and </a:t>
            </a:r>
            <a:r>
              <a:rPr lang="en-IN" dirty="0" err="1"/>
              <a:t>realtime</a:t>
            </a:r>
            <a:r>
              <a:rPr lang="en-IN" dirty="0"/>
              <a:t> availability</a:t>
            </a: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a:extLst>
              <a:ext uri="{FF2B5EF4-FFF2-40B4-BE49-F238E27FC236}">
                <a16:creationId xmlns:a16="http://schemas.microsoft.com/office/drawing/2014/main" id="{CE4E1BD9-D1BC-9A3E-8C07-924809CB5A95}"/>
              </a:ext>
            </a:extLst>
          </p:cNvPr>
          <p:cNvPicPr>
            <a:picLocks noGrp="1" noChangeAspect="1"/>
          </p:cNvPicPr>
          <p:nvPr>
            <p:ph idx="1"/>
          </p:nvPr>
        </p:nvPicPr>
        <p:blipFill>
          <a:blip r:embed="rId4"/>
          <a:stretch>
            <a:fillRect/>
          </a:stretch>
        </p:blipFill>
        <p:spPr>
          <a:xfrm>
            <a:off x="1401792" y="990600"/>
            <a:ext cx="6340415" cy="5334000"/>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r>
              <a:rPr lang="en-IN" dirty="0"/>
              <a:t>TOOLS USED </a:t>
            </a:r>
          </a:p>
          <a:p>
            <a:pPr marL="0" indent="0">
              <a:buNone/>
            </a:pPr>
            <a:r>
              <a:rPr lang="en-IN" dirty="0"/>
              <a:t>• Android Studio: Used as the primary IDE for designing, developing, and testing the mobile application. </a:t>
            </a:r>
          </a:p>
          <a:p>
            <a:pPr marL="0" indent="0">
              <a:buNone/>
            </a:pPr>
            <a:r>
              <a:rPr lang="en-IN" dirty="0"/>
              <a:t>• Kotlin: Programming language used to implement the application logic and backend functionality. </a:t>
            </a:r>
          </a:p>
          <a:p>
            <a:pPr marL="0" indent="0">
              <a:buNone/>
            </a:pPr>
            <a:r>
              <a:rPr lang="en-IN" dirty="0"/>
              <a:t>• XML: Used for designing the front-end user interface layouts with Material Design elements. </a:t>
            </a:r>
          </a:p>
          <a:p>
            <a:pPr marL="0" indent="0">
              <a:buNone/>
            </a:pPr>
            <a:r>
              <a:rPr lang="en-IN" dirty="0"/>
              <a:t>• Room Database: Provides local data storage for storing booking history and user preferences. </a:t>
            </a:r>
          </a:p>
          <a:p>
            <a:pPr marL="0" indent="0">
              <a:buNone/>
            </a:pPr>
            <a:r>
              <a:rPr lang="en-IN" dirty="0"/>
              <a:t>• Google Maps API: Integrated to display user location and nearby hotels visually on a map. </a:t>
            </a: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marL="0" indent="0">
              <a:buNone/>
            </a:pPr>
            <a:r>
              <a:rPr lang="en-IN" dirty="0"/>
              <a:t>• Hotel Search &amp; Discovery Module: Enables users to search for hotels based on their current or selected location, retrieving listings with details such as name, price, rating, amenities, and availability. </a:t>
            </a:r>
          </a:p>
          <a:p>
            <a:pPr marL="0" indent="0">
              <a:buNone/>
            </a:pPr>
            <a:r>
              <a:rPr lang="en-IN" dirty="0"/>
              <a:t>• Booking Management Module: Allows users to view hotel details, select check-in/check-out dates, and complete bookings. It handles reservation logic and stores booking data locally and/or remotely. </a:t>
            </a:r>
          </a:p>
          <a:p>
            <a:pPr marL="0" indent="0">
              <a:buNone/>
            </a:pPr>
            <a:r>
              <a:rPr lang="en-IN" dirty="0"/>
              <a:t>• Location &amp; Map Integration Module: Integrates with Google Maps API to display nearby hotels, provide directions, and support interactive map-based hotel selection. </a:t>
            </a:r>
          </a:p>
          <a:p>
            <a:pPr marL="0" indent="0">
              <a:buNone/>
            </a:pPr>
            <a:r>
              <a:rPr lang="en-IN" dirty="0"/>
              <a:t>• Booking History &amp; Filter Module: Displays a list of previous bookings with filtering options based on date, location, or hotel name for easy record access and reference. </a:t>
            </a:r>
          </a:p>
          <a:p>
            <a:pPr marL="0" indent="0">
              <a:buNone/>
            </a:pPr>
            <a:r>
              <a:rPr lang="en-IN" dirty="0"/>
              <a:t>• UI/UX Module: Features a clean, intuitive user interface designed using Material Design principles, ensuring responsive layouts, smooth transitions, and an engaging user experience. </a:t>
            </a:r>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4" name="Content Placeholder 4">
            <a:extLst>
              <a:ext uri="{FF2B5EF4-FFF2-40B4-BE49-F238E27FC236}">
                <a16:creationId xmlns:a16="http://schemas.microsoft.com/office/drawing/2014/main" id="{1D1336D3-7713-D1BD-0D0D-005F461F967F}"/>
              </a:ext>
            </a:extLst>
          </p:cNvPr>
          <p:cNvPicPr>
            <a:picLocks noGrp="1" noChangeAspect="1"/>
          </p:cNvPicPr>
          <p:nvPr>
            <p:ph idx="1"/>
          </p:nvPr>
        </p:nvPicPr>
        <p:blipFill>
          <a:blip r:embed="rId4"/>
          <a:stretch>
            <a:fillRect/>
          </a:stretch>
        </p:blipFill>
        <p:spPr>
          <a:xfrm>
            <a:off x="717550" y="1092200"/>
            <a:ext cx="7708900" cy="5130800"/>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IN" dirty="0" err="1"/>
              <a:t>SmartStay</a:t>
            </a:r>
            <a:r>
              <a:rPr lang="en-IN" dirty="0"/>
              <a:t> provides users with an intuitive and seamless way to discover and book hotels near their location. The app offers real-time hotel listings with detailed information on pricing, availability, and amenities, ensuring that users can easily find the perfect accommodation. With simple booking forms and a smooth reservation process, the app empowers users to plan their stays with ease. The interactive home screen and clear hotel summaries enhance the user experience, while the ability to view booking history and search past reservations ensures a personalized and efficient booking process. Whether you're traveling for business or leisure, </a:t>
            </a:r>
            <a:r>
              <a:rPr lang="en-IN" dirty="0" err="1"/>
              <a:t>SmartStay</a:t>
            </a:r>
            <a:r>
              <a:rPr lang="en-IN" dirty="0"/>
              <a:t> offers a convenient and reliable solution for hotel booking. </a:t>
            </a:r>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marL="0" indent="0">
              <a:buNone/>
            </a:pPr>
            <a:r>
              <a:rPr lang="en-IN" dirty="0"/>
              <a:t>• Location-Based Recommendations: Suggest hotels based on the user's current or selected location. </a:t>
            </a:r>
          </a:p>
          <a:p>
            <a:pPr marL="0" indent="0">
              <a:buNone/>
            </a:pPr>
            <a:r>
              <a:rPr lang="en-IN" dirty="0"/>
              <a:t>• Hotel Wishlist: Save and compare hotels in a </a:t>
            </a:r>
            <a:r>
              <a:rPr lang="en-IN" dirty="0" err="1"/>
              <a:t>wishlist</a:t>
            </a:r>
            <a:r>
              <a:rPr lang="en-IN" dirty="0"/>
              <a:t> for future bookings. </a:t>
            </a:r>
          </a:p>
          <a:p>
            <a:pPr marL="0" indent="0">
              <a:buNone/>
            </a:pPr>
            <a:r>
              <a:rPr lang="en-IN" dirty="0"/>
              <a:t>• Payment Integration: Offer secure payment options for booking reservations directly through the app. </a:t>
            </a:r>
          </a:p>
          <a:p>
            <a:pPr marL="0" indent="0">
              <a:buNone/>
            </a:pPr>
            <a:r>
              <a:rPr lang="en-IN" dirty="0"/>
              <a:t>• Booking Confirmation Notifications: Send instant notifications for booking confirmations and reminders. </a:t>
            </a:r>
          </a:p>
          <a:p>
            <a:pPr marL="0" indent="0">
              <a:buNone/>
            </a:pPr>
            <a:r>
              <a:rPr lang="en-IN" dirty="0"/>
              <a:t>• Booking Modification &amp; Cancellation: Allow users to modify or cancel their bookings with ease.</a:t>
            </a:r>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r>
              <a:rPr lang="en-IN" dirty="0"/>
              <a:t>1)Android Developer Documentation </a:t>
            </a:r>
          </a:p>
          <a:p>
            <a:r>
              <a:rPr lang="en-IN" dirty="0"/>
              <a:t>2)Mobile Game Design Best Practices (2024) </a:t>
            </a:r>
          </a:p>
          <a:p>
            <a:r>
              <a:rPr lang="en-IN" dirty="0"/>
              <a:t>3)Room Database Documentation for Android </a:t>
            </a:r>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22693" y="2651428"/>
            <a:ext cx="549862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636912"/>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0782" y="2651428"/>
            <a:ext cx="6562438"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9190</TotalTime>
  <Words>1029</Words>
  <Application>Microsoft Macintosh PowerPoint</Application>
  <PresentationFormat>On-screen Show (4:3)</PresentationFormat>
  <Paragraphs>79</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Implementation</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kumar Srinivasan</cp:lastModifiedBy>
  <cp:revision>1748</cp:revision>
  <dcterms:created xsi:type="dcterms:W3CDTF">2013-05-17T03:00:03Z</dcterms:created>
  <dcterms:modified xsi:type="dcterms:W3CDTF">2025-05-13T06:39:22Z</dcterms:modified>
</cp:coreProperties>
</file>